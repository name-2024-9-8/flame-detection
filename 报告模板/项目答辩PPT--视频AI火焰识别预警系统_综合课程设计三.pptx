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视频AI智能识别及预警管理信息系统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火焰识别 · FlameDetection 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智能视觉  ·  边缘计算  ·  GIS可视化  ·  全链路闭环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郭俊奇  12303070411    王永林  12303070414    段林川  12309040309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指导老师：柳治谱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9496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2026年7月  ·  综合课程设计三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6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77777"/>
                </a:solidFill>
                <a:latin typeface="微软雅黑" panose="020B0503020204020204" charset="-122"/>
              </a:defRPr>
            </a:pPr>
            <a:r>
              <a:t>边缘AI端到端集成 — ONNX推理 → Flask → PHP → MySQL 全链路验证通过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视频AI火焰识别预警系统 · FlameDetection 1.1  |  指导老师：柳治谱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郭俊奇 12303070411  王永林 12303070414  段林川 12309040309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070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项目背景与意义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4813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火灾防控痛点与系统目标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1956943"/>
            <a:ext cx="3474720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80559" y="11887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2070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系统架构概览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4813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端-边-云三级架构设计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80559" y="1956943"/>
            <a:ext cx="3474720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0" y="11887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2070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技术栈总览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4813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前端 / 后端 / 边缘AI / 数据库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0" y="2029968"/>
            <a:ext cx="3474720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20116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0299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边缘AI检测引擎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30428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YOLO11 + Orange Pi 5 NPU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2771013"/>
            <a:ext cx="3474720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80559" y="20116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0299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GIS数据大屏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30428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高德地图 3D 可视化核心交互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480559" y="2771013"/>
            <a:ext cx="3474720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600" y="20116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0299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三层标记系统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30428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报警/监控/故障互不覆盖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29600" y="2771013"/>
            <a:ext cx="3474720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31520" y="28346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28529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报警事件全流程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312724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检测→触发→处理→归档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1520" y="3675888"/>
            <a:ext cx="3474720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480559" y="28346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28529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取证视频与故障管理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312724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视频回放 + 一键修复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480559" y="3657473"/>
            <a:ext cx="3474720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229600" y="28346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28529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管理后台面板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312724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ECharts数据可视化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229600" y="3657473"/>
            <a:ext cx="3474720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31520" y="3657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3675887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数据库设计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395020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15张表 ER 关系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31520" y="4498848"/>
            <a:ext cx="3474720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480559" y="3657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3675887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创新亮点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395020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四大核心创新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480559" y="4498848"/>
            <a:ext cx="3474720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229600" y="3657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3675887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项目成果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395020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数据与指标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229600" y="4498848"/>
            <a:ext cx="3474720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31520" y="44805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" y="44988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71600" y="477316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技术收获与后续方向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31520" y="5249418"/>
            <a:ext cx="3474720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  项目背景与意义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BACKGROUND &amp; SIGNIFICANCE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视频AI火焰识别预警系统 · FlameDetection 1.1  |  指导老师：柳治谱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郭俊奇 12303070411  王永林 12303070414  段林川 12309040309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火灾防控痛点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传统人工巡检效率低、成本高</a:t>
            </a:r>
            <a:br/>
            <a:r>
              <a:t>• 监控摄像头仅能录像，无法自动识别</a:t>
            </a:r>
            <a:br/>
            <a:r>
              <a:t>• 火灾初期「黄金3分钟」难以把握</a:t>
            </a:r>
            <a:br/>
            <a:r>
              <a:t>• 工业园区/森林/仓储缺乏智能预警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18872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项目目标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9659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构建AI视觉+GIS地图+Web管理一体化平台</a:t>
            </a:r>
            <a:br/>
            <a:r>
              <a:t>• 实现火焰/烟雾实时自动检测</a:t>
            </a:r>
            <a:br/>
            <a:r>
              <a:t>• 秒级预警响应，闭环管理</a:t>
            </a:r>
            <a:br/>
            <a:r>
              <a:t>• 端-边-云全链路打通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188720"/>
            <a:ext cx="3566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应用领域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9659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工业园区 · 森林防火</a:t>
            </a:r>
            <a:br/>
            <a:r>
              <a:t>• 仓储物流 · 商超楼宇</a:t>
            </a:r>
            <a:br/>
            <a:r>
              <a:t>• 变电站 · 加油站</a:t>
            </a:r>
            <a:br/>
            <a:r>
              <a:t>• 任何需要火灾预警的场所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▸ 系统核心流程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40480"/>
            <a:ext cx="2057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319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📷 视频采集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51959"/>
            <a:ext cx="18745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摄像头 (海康/大华)</a:t>
            </a:r>
            <a:br/>
            <a:r>
              <a:t>RTSP实时视频流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840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8920" y="3840480"/>
            <a:ext cx="2057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39319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🧠 边缘推理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4251959"/>
            <a:ext cx="18745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Orange Pi 5 NPU</a:t>
            </a:r>
            <a:br/>
            <a:r>
              <a:t>YOLO11火焰检测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3840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0" y="3840480"/>
            <a:ext cx="2057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9" y="39319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🔔 报警触发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9" y="4251959"/>
            <a:ext cx="18745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HTTP POST 报警数据</a:t>
            </a:r>
            <a:br/>
            <a:r>
              <a:t>取证视频自动录制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840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52359" y="3840480"/>
            <a:ext cx="2057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799" y="39319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🗺️ GIS标记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799" y="4251959"/>
            <a:ext cx="18745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地图实时标记</a:t>
            </a:r>
            <a:br/>
            <a:r>
              <a:t>三层独立展示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39" y="3840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3840480"/>
            <a:ext cx="2057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19" y="39319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📋 审核处理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19" y="4251959"/>
            <a:ext cx="18745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管理员审核</a:t>
            </a:r>
            <a:br/>
            <a:r>
              <a:t>处理/驳回/归档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  系统架构概览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SYSTEM ARCHITECTURE — 端·边·云 三级架构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视频AI火焰识别预警系统 · FlameDetection 1.1  |  指导老师：柳治谱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郭俊奇 12303070411  王永林 12303070414  段林川 12309040309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566160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📷  边缘层 (Edge)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32004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476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RTSP摄像头 (海康/大华)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95728"/>
            <a:ext cx="32004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23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Orange Pi 5 (RK3588S)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71216"/>
            <a:ext cx="32004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986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YOLO11-nano NPU推理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46704"/>
            <a:ext cx="32004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7413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ONNX Runtime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22191"/>
            <a:ext cx="32004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4962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取证视频本地缓存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29260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188720"/>
            <a:ext cx="3566160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1234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🌐  服务层 (Server)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1920240"/>
            <a:ext cx="32004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19476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Flask :5000 Web服务器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2395728"/>
            <a:ext cx="32004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2423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PHP CodeIgniter 3 :8080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2871216"/>
            <a:ext cx="32004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28986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JWT + X-API-Key 双认证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3346704"/>
            <a:ext cx="32004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337413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RESTful API 桥接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60" y="3822191"/>
            <a:ext cx="32004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84962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Jinja2 模板渲染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29260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1188720"/>
            <a:ext cx="356616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1234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🗄️  数据层 (Data)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1920240"/>
            <a:ext cx="32004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19476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MySQL 8.0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0" y="2395728"/>
            <a:ext cx="32004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2423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flame_detection 数据库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21040" y="2871216"/>
            <a:ext cx="32004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0" y="28986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15张业务数据表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21040" y="3346704"/>
            <a:ext cx="32004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0" y="337413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Redis (可选缓存)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3822191"/>
            <a:ext cx="32004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0" y="384962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SQL Seed 种子数据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▸ 数据流向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029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摄像头 RTSP 视频流 → Orange Pi 5 NPU 实时推理 → HTTP POST 报警数据 (X-API-Key) → Flask API Bridge (:5000) → PHP REST API (:8080) → MySQL 持久化 → 前端GIS地图实时更新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  技术栈总览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视频AI火焰识别预警系统 · FlameDetection 1.1  |  指导老师：柳治谱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郭俊奇 12303070411  王永林 12303070414  段林川 12309040309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🖥️ 前端技术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Flask + Jinja2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模板渲染引擎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762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Bootstrap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762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响应式UI框架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1518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高德地图 JSAPI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1518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GIS 3D 地图引擎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5409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ECharts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05409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数据可视化图表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930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HTML5 Video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4930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取证视频播放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⚙️ 后端技术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Python Flask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Web服务器 (:5000)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1762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PHP CodeIgniter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1762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RESTful API (:8080)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61518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JWT + X-API-Key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61518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双认证体系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05409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Python requests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05409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API 桥接通信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49039"/>
            <a:ext cx="54864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79475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🤖 边缘AI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2976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YOLO11-nano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2976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目标检测模型 (~2.6M参数)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736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ONNX Runtime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47365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跨平台推理引擎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175503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RKNN Toolkit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5175503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NPU 模型转换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614415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Orange Pi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5614415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边缘计算硬件 (RK3588S)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749039"/>
            <a:ext cx="548640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79475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🗄️ 数据与工具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2976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MySQL 8.0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42976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关系型数据库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4736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PyTorch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47365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模型训练框架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175503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OpenCV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5175503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图像预处理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614415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Git + GitHub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5614415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版本控制与协作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  边缘AI检测引擎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EDGE AI DETECTION — YOLO11-nano + Orange Pi 5 NPU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视频AI火焰识别预警系统 · FlameDetection 1.1  |  指导老师：柳治谱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郭俊奇 12303070411  王永林 12303070414  段林川 12309040309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3474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YOLO11-nano 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轻量级目标检测模型</a:t>
            </a:r>
            <a:br/>
            <a:r>
              <a:t>• 参数量: ~2.6M</a:t>
            </a:r>
            <a:br/>
            <a:r>
              <a:t>• 推理框架: ONNX Runtime</a:t>
            </a:r>
            <a:br/>
            <a:r>
              <a:t>• 输入分辨率: 640×640</a:t>
            </a:r>
            <a:br/>
            <a:r>
              <a:t>• 检测目标: 火焰 + 烟雾</a:t>
            </a:r>
            <a:br/>
            <a:r>
              <a:t>• 置信度阈值: 可配置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188720"/>
            <a:ext cx="3474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性能指标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9659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推理速度: ~30 FPS (NPU加速)</a:t>
            </a:r>
            <a:br/>
            <a:r>
              <a:t>• 检测精度: mAP@0.5 &gt; 85%</a:t>
            </a:r>
            <a:br/>
            <a:r>
              <a:t>• 硬件: Orange Pi 5 (RK3588S)</a:t>
            </a:r>
            <a:br/>
            <a:r>
              <a:t>• NPU: 6 TOPS 算力</a:t>
            </a:r>
            <a:br/>
            <a:r>
              <a:t>• 功耗: &lt; 15W</a:t>
            </a:r>
            <a:br/>
            <a:r>
              <a:t>• 支持多路视频并发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188720"/>
            <a:ext cx="35661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边缘→云端通信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9659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POST /api/detect/alarm</a:t>
            </a:r>
            <a:br/>
            <a:r>
              <a:t>• POST /api/detect/upload</a:t>
            </a:r>
            <a:br/>
            <a:r>
              <a:t>• POST /api/device/heartbeat</a:t>
            </a:r>
            <a:br/>
            <a:r>
              <a:t>• POST /api/device/error</a:t>
            </a:r>
            <a:br/>
            <a:r>
              <a:t>• 认证: X-API-Key Header</a:t>
            </a:r>
            <a:br/>
            <a:r>
              <a:t>• 传输: HTTP 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▸ 边缘检测 API 端点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11247120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224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79" y="42245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认证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79" y="422452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说明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72000"/>
            <a:ext cx="112471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9943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POST /api/detect/alarm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459943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X-API-Key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459943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上传火焰检测结果 (含置信度/位置/图片/视频)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92040"/>
            <a:ext cx="11247120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91947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POST /api/detect/upload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491947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X-API-Key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491947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上传取证视频文件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212080"/>
            <a:ext cx="112471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23951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POST /api/device/heartbeat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523951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X-API-Key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60" y="523951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设备心跳上报 (每30秒)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532120"/>
            <a:ext cx="11247120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55955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POST /api/device/error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555955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X-API-Key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60" y="555955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设备故障/异常上报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  GIS数据大屏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GIS DASHBOARD — 高德地图 3D 可视化核心交互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视频AI火焰识别预警系统 · FlameDetection 1.1  |  指导老师：柳治谱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郭俊奇 12303070411  王永林 12303070414  段林川 12309040309</a:t>
            </a:r>
          </a:p>
        </p:txBody>
      </p:sp>
      <p:pic>
        <p:nvPicPr>
          <p:cNvPr id="8" name="Picture 7" descr="01-gis-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31520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1188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▸ 关键统计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74903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6916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103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🔥 报警标记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651760"/>
            <a:ext cx="374903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697480"/>
            <a:ext cx="3749039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rPr lang="en-US"/>
              <a:t>8</a:t>
            </a:r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8046720" y="31089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📷 监控摄像头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657600"/>
            <a:ext cx="374903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7033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A623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1148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⚠️ 故障设备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663440"/>
            <a:ext cx="374903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4709160"/>
            <a:ext cx="3749039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rPr lang="en-US"/>
              <a:t>90.5</a:t>
            </a:r>
            <a:r>
              <a:t>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1206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📊 今日识别率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5669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基于高德地图 AMap JSAPI v2.0</a:t>
            </a:r>
            <a:br/>
            <a:r>
              <a:t>3D 视角 | 重庆市中心 zoom=14</a:t>
            </a:r>
            <a:br/>
            <a:r>
              <a:t>8个摄像头分散四个象限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  三层标记系统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THREE-LAYER MARKER SYSTEM — 互不覆盖 · 独立切换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视频AI火焰识别预警系统 · FlameDetection 1.1  |  指导老师：柳治谱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郭俊奇 12303070411  王永林 12303070414  段林川 12309040309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56616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🔴  报警事件标记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红色火焰图标 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检测到火焰的摄像头自动变为此标记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点击弹窗: 事件编号/级别/置信度/位置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底部操作: 📍定位 + 查看详情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弹窗含完整烟源属性和取证视频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188720"/>
            <a:ext cx="356616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🔵  监控摄像头标记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828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蓝色摄像头图标 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194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正常运行，无报警无故障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651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点击弹窗: 设备属性 + 关联云盒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08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如有关联报警则显示当前报警信息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566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历史报警记录表格: 时间/类型/置信度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188720"/>
            <a:ext cx="356616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⚠️  故障摄像头标记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1828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  <a:latin typeface="微软雅黑" panose="020B0503020204020204" charset="-122"/>
              </a:defRPr>
            </a:pPr>
            <a:r>
              <a:t>红色警告图标 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194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设备故障，无法检测火情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651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报警过滤: 故障设备不计入统计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108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地图弹窗显示故障类型/编码/描述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566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🔧 一键修复按钮，自动恢复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▸ 关键特性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709160"/>
            <a:ext cx="2697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7548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互不覆盖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12064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三层标记各自独立显示，不会重叠遮挡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709160"/>
            <a:ext cx="2697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47548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独立切换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12064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右侧按钮独立控制每层图层的显示/隐藏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709160"/>
            <a:ext cx="2697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7548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数值一致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12064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徽章数字与地图实际标记数一一对应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35440" y="4709160"/>
            <a:ext cx="2697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47548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  <a:latin typeface="微软雅黑" panose="020B0503020204020204" charset="-122"/>
              </a:defRPr>
            </a:pPr>
            <a:r>
              <a:t>自动恢复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512064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故障修复后标记自动变回蓝色摄像头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  标记弹窗展示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MARKER POPUPS — 报警 / 摄像头 / 故障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视频AI火焰识别预警系统 · FlameDetection 1.1  |  指导老师：柳治谱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郭俊奇 12303070411  王永林 12303070414  段林川 12309040309</a:t>
            </a:r>
          </a:p>
        </p:txBody>
      </p:sp>
      <p:pic>
        <p:nvPicPr>
          <p:cNvPr id="8" name="Picture 7" descr="04-alarm-popu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47472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3949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🔥 报警标记弹窗</a:t>
            </a:r>
            <a:br/>
            <a:r>
              <a:t>事件编号 · 级别 · 置信度 · 位置</a:t>
            </a:r>
          </a:p>
        </p:txBody>
      </p:sp>
      <p:pic>
        <p:nvPicPr>
          <p:cNvPr id="10" name="Picture 9" descr="05-camera-current-al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88720"/>
            <a:ext cx="347472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97680" y="53949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📷 摄像头当前报警</a:t>
            </a:r>
            <a:br/>
            <a:r>
              <a:t>设备属性 · 烟源属性 · 取证视频</a:t>
            </a:r>
          </a:p>
        </p:txBody>
      </p:sp>
      <p:pic>
        <p:nvPicPr>
          <p:cNvPr id="12" name="Picture 11" descr="02-fault-re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188720"/>
            <a:ext cx="3474720" cy="411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8160" y="53949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⚠️ 故障修复弹窗</a:t>
            </a:r>
            <a:br/>
            <a:r>
              <a:t>故障信息 · 一键修复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07  报警事件全流程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ALARM EVENT LIFECYCLE — 检测 → 触发 → 审核 → 归档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视频AI火焰识别预警系统 · FlameDetection 1.1  |  指导老师：柳治谱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郭俊奇 12303070411  王永林 12303070414  段林川 12309040309</a:t>
            </a:r>
          </a:p>
        </p:txBody>
      </p:sp>
      <p:pic>
        <p:nvPicPr>
          <p:cNvPr id="8" name="Picture 7" descr="07-alarm-detai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85800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▸ 处理时间线</a:t>
            </a:r>
          </a:p>
        </p:txBody>
      </p:sp>
      <p:sp>
        <p:nvSpPr>
          <p:cNvPr id="10" name="Oval 9"/>
          <p:cNvSpPr/>
          <p:nvPr/>
        </p:nvSpPr>
        <p:spPr>
          <a:xfrm>
            <a:off x="7772400" y="173736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7647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① 报警触发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574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边缘AI检测到火情</a:t>
            </a:r>
            <a:br/>
            <a:r>
              <a:t>→ 自动POST报警数据</a:t>
            </a:r>
            <a:br/>
            <a:r>
              <a:t>→ GIS地图实时标记</a:t>
            </a:r>
            <a:br/>
            <a:r>
              <a:t>→ 取证视频自动录制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01000" y="2194560"/>
            <a:ext cx="0" cy="91440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772400" y="3291839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331927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9183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微软雅黑" panose="020B0503020204020204" charset="-122"/>
              </a:defRPr>
            </a:pPr>
            <a:r>
              <a:t>② 处理中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611879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管理员查看详情页</a:t>
            </a:r>
            <a:br/>
            <a:r>
              <a:t>→ 查看摄像头+烟源属性</a:t>
            </a:r>
            <a:br/>
            <a:r>
              <a:t>→ 回放取证视频</a:t>
            </a:r>
            <a:br/>
            <a:r>
              <a:t>→ 填写处理备注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01000" y="3749039"/>
            <a:ext cx="0" cy="914401"/>
          </a:xfrm>
          <a:prstGeom prst="line">
            <a:avLst/>
          </a:prstGeom>
          <a:ln w="254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772400" y="48463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4873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846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③ 已处理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166359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审核人确认处理结果</a:t>
            </a:r>
            <a:br/>
            <a:r>
              <a:t>→ 状态变更为已处理</a:t>
            </a:r>
            <a:br/>
            <a:r>
              <a:t>→ 归档至历史记录</a:t>
            </a:r>
            <a:br/>
            <a:r>
              <a:t>→ 生成处理时间线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08  取证视频与故障管理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VIDEO EVIDENCE &amp; FAULT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视频AI火焰识别预警系统 · FlameDetection 1.1  |  指导老师：柳治谱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郭俊奇 12303070411  王永林 12303070414  段林川 12309040309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取证视频功能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边缘AI检测到火情时自动抓拍录制</a:t>
            </a:r>
            <a:br/>
            <a:r>
              <a:t>• Orange Pi 5 本地缓存 → HTTP上传</a:t>
            </a:r>
            <a:br/>
            <a:r>
              <a:t>• 7个测试视频 (VP*.mp4) 覆盖各场景</a:t>
            </a:r>
            <a:br/>
            <a:r>
              <a:t>• HTML5 &lt;video&gt; 播放器内嵌显示</a:t>
            </a:r>
            <a:br/>
            <a:r>
              <a:t>• 报警详情页 + 摄像头弹窗均可播放</a:t>
            </a:r>
            <a:br/>
            <a:r>
              <a:t>• Flask 静态文件服务提供访问</a:t>
            </a:r>
            <a:br/>
            <a:r>
              <a:t>  (/static/videos/VP*.mp4)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故障智能管理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设备心跳检测 (/api/device/heartbeat)</a:t>
            </a:r>
            <a:br/>
            <a:r>
              <a:t>• 错误上报接口 (/api/device/error)</a:t>
            </a:r>
            <a:br/>
            <a:r>
              <a:t>• 地图点击故障标记弹窗显示详情</a:t>
            </a:r>
            <a:br/>
            <a:r>
              <a:t>• 故障类型/编码/描述一目了然</a:t>
            </a:r>
            <a:br/>
            <a:r>
              <a:t>• 🔧「一键修复」按钮直接修复</a:t>
            </a:r>
            <a:br/>
            <a:r>
              <a:t>• 修复API: Flask PUT → PHP → MySQL</a:t>
            </a:r>
            <a:br/>
            <a:r>
              <a:t>• 修复后自动恢复为蓝色摄像头标记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▸ 故障处理对比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53035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修复前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074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摄像头故障，无法检测火情</a:t>
            </a:r>
            <a:br/>
            <a:r>
              <a:t>• 其报警事件被智能过滤</a:t>
            </a:r>
            <a:br/>
            <a:r>
              <a:t>• 不计入统计面板数字</a:t>
            </a:r>
            <a:br/>
            <a:r>
              <a:t>• 地图显示红色⚠警告标记</a:t>
            </a:r>
            <a:br/>
            <a:r>
              <a:t>• 避免误报干扰管理员决策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97680"/>
            <a:ext cx="53035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修复后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074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故障标记消失，页面自动刷新</a:t>
            </a:r>
            <a:br/>
            <a:r>
              <a:t>• 变为蓝色📷摄像头标记</a:t>
            </a:r>
            <a:br/>
            <a:r>
              <a:t>• 其报警事件自动可见</a:t>
            </a:r>
            <a:br/>
            <a:r>
              <a:t>• 重新计入统计面板</a:t>
            </a:r>
            <a:br/>
            <a:r>
              <a:t>• 恢复正常监控状态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09  管理后台面板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ADMIN DASHBOARD — ECharts 数据可视化 + 业务管理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视频AI火焰识别预警系统 · FlameDetection 1.1  |  指导老师：柳治谱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郭俊奇 12303070411  王永林 12303070414  段林川 12309040309</a:t>
            </a:r>
          </a:p>
        </p:txBody>
      </p:sp>
      <p:pic>
        <p:nvPicPr>
          <p:cNvPr id="8" name="Picture 7" descr="03-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40080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▸ 功能模块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645920"/>
            <a:ext cx="46634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1691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📷 设备管理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93852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摄像头CRUD · AI云盒 · 状态监控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286000"/>
            <a:ext cx="46634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23317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🔔 报警管理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57860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事件列表 · 审核处理 · 历史查询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926080"/>
            <a:ext cx="46634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29718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⚙️ 系统配置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21868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地图Key · JWT密钥 · 报警阈值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3566159"/>
            <a:ext cx="46634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361187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👥 权限管理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85876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用户 · 角色(RBAC) · 部门 · 数据字典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4206240"/>
            <a:ext cx="46634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25195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📋 审计日志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49884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访问日志 · 操作日志 · 安全追溯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4846320"/>
            <a:ext cx="46634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48920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📊 数据可视化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13892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30天趋势 · 级别分布 · 区域TOP10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▸ ECharts 图表类型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30352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349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📈 折线图  30天报警趋势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669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展示每日报警数量变化趋势，支持缩放与时间范围选择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530352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5349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🥧 饼图  报警级别分布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5669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紧急/重要/一般/提示四级分类占比，一目了然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530352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5349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📊 柱状图  区域统计TOP10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5669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按地理区域统计报警数量排名，支持横向对比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10  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DATABASE DESIGN — MySQL 8.0 · 15 张表 · 5 大域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视频AI火焰识别预警系统 · FlameDetection 1.1  |  指导老师：柳治谱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郭俊奇 12303070411  王永林 12303070414  段林川 12309040309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56616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👤 用户权限域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34747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6479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sys_user · 用户表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34747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1762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sys_role · 角色表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60320"/>
            <a:ext cx="34747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8775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sys_department · 部门表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71800"/>
            <a:ext cx="34747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99923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sys_user_role · 用户-角色关联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383280"/>
            <a:ext cx="34747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41071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sys_data_dict · 数据字典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188720"/>
            <a:ext cx="356616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📷 设备管理域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1737360"/>
            <a:ext cx="34747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176479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device_camera · 摄像头表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2148840"/>
            <a:ext cx="34747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21762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device_cloudbox · AI云盒表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2560320"/>
            <a:ext cx="34747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258775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device_camera_fault · 摄像头故障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2971800"/>
            <a:ext cx="34747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299923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device_cloudbox_fault · 云盒故障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1188720"/>
            <a:ext cx="356616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🔔 报警业务域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80" y="1737360"/>
            <a:ext cx="34747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176479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alarm_event · 报警事件表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80" y="2148840"/>
            <a:ext cx="34747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21762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alarm_review · 报警审核表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2560320"/>
            <a:ext cx="34747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258775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alarm_record · 历史报警记录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749039"/>
            <a:ext cx="356616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79475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📋 日志审计域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297679"/>
            <a:ext cx="34747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32511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log_access · 访问日志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709159"/>
            <a:ext cx="34747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73659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log_operation · 操作日志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3749039"/>
            <a:ext cx="356616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0" y="379475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⚙️ 系统配置域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4297679"/>
            <a:ext cx="34747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4840" y="432511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sys_config · 系统配置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43400" y="4709159"/>
            <a:ext cx="34747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34840" y="473659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(高德Key / JWT密钥 / 阈值等)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37760" y="5157470"/>
            <a:ext cx="2286000" cy="11887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37760" y="51943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60" y="577977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张数据表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11  创新亮点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INNOVATIONS &amp;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视频AI火焰识别预警系统 · FlameDetection 1.1  |  指导老师：柳治谱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郭俊奇 12303070411  王永林 12303070414  段林川 12309040309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28016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端-边-云三级架构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摄像头(RTSP) → Orange Pi 5(NPU推理) → Flask+PHP(业务处理) → MySQL(持久化)，实现从视频采集到预警响应的全链路闭环，各层解耦、独立可扩展。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6060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🗺️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GIS三层标记系统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71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报警/监控/故障三层标记互不覆盖、独立切换，地图标记数与统计面板实时一致。信息窗口多维度展示设备属性、烟源属性、取证视频、处理时间线。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3192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776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86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边缘AI NPU加速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97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YOLO11-nano 部署在 RK3588S NPU (6 TOPS)，推理速度~30FPS实时检测，mAP@0.5&gt;85%。低功耗(&lt;15W)边缘设备即可完成AI推理，无需GPU服务器。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257799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3035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2120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微软雅黑" panose="020B0503020204020204" charset="-122"/>
              </a:defRPr>
            </a:pPr>
            <a:r>
              <a:t>故障自愈机制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62355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设备心跳监测 + 故障自动上报 + 地图一键修复，修复后自动恢复报警可见。智能过滤避免误报干扰，保障安全决策准确性。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12  项目成果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PROJECT ACHIEVEMENTS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视频AI火焰识别预警系统 · FlameDetection 1.1  |  指导老师：柳治谱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郭俊奇 12303070411  王永林 12303070414  段林川 12309040309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188720"/>
            <a:ext cx="27432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258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Web 功能页面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4688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GIS大屏 · 仪表盘 · 设备管理</a:t>
            </a:r>
            <a:br/>
            <a:r>
              <a:t>报警事件 · 审核管理 · 系统配置</a:t>
            </a:r>
            <a:br/>
            <a:r>
              <a:t>用户/角色/部门 · 日志审计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188720"/>
            <a:ext cx="27432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3258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API 端点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79" y="24688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RESTful 风格设计</a:t>
            </a:r>
            <a:br/>
            <a:r>
              <a:t>JWT + X-API-Key 双认证</a:t>
            </a:r>
            <a:br/>
            <a:r>
              <a:t>完整的 CRUD 操作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27432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3258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数据库表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688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用户权限 · 设备管理</a:t>
            </a:r>
            <a:br/>
            <a:r>
              <a:t>报警业务 · 日志审计</a:t>
            </a:r>
            <a:br/>
            <a:r>
              <a:t>系统配置 · 5大域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188720"/>
            <a:ext cx="27432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3258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8B5CF6"/>
                </a:solidFill>
                <a:latin typeface="微软雅黑" panose="020B0503020204020204" charset="-122"/>
              </a:defRPr>
            </a:pPr>
            <a:r>
              <a:t>≈30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FPS 推理速度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4688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YOLO11-nano NPU加速</a:t>
            </a:r>
            <a:br/>
            <a:r>
              <a:t>mAP@0.5 &gt; 85%</a:t>
            </a:r>
            <a:br/>
            <a:r>
              <a:t>&lt; 15W 低功耗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▸ 已完成的里程碑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✅ ONNX推理 → Flask → PHP → MySQL 全链路验证通过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✅ GIS数据大屏三层标记系统完整实现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✅ 报警事件详情页 + 取证视频播放功能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✅ 故障设备一键修复 + 智能过滤机制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✅ 管理后台全功能模块 (设备/用户/角色/日志)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✅ ECharts 多维数据可视化 (折线图/饼图/柱状图)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13  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SUMMARY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视频AI火焰识别预警系统 · FlameDetection 1.1  |  指导老师：柳治谱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郭俊奇 12303070411  王永林 12303070414  段林川 12309040309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项目总结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实现了端-边-云三级火焰检测预警系统</a:t>
            </a:r>
            <a:br/>
            <a:r>
              <a:t>• GIS大屏 + Web管理 17个功能页面</a:t>
            </a:r>
            <a:br/>
            <a:r>
              <a:t>• 11个RESTful API端点，15张数据表</a:t>
            </a:r>
            <a:br/>
            <a:r>
              <a:t>• YOLO11-nano NPU推理 ~30FPS实时检测</a:t>
            </a:r>
            <a:br/>
            <a:r>
              <a:t>• 完整的报警生命周期管理(检测→审核→归档)</a:t>
            </a:r>
            <a:br/>
            <a:r>
              <a:t>• Flask ↔ PHP 异构系统API桥接方案</a:t>
            </a:r>
            <a:br/>
            <a:r>
              <a:t>• 高德地图JSAPI 3D可视化三层标记系统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后续展望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多模态检测: 融合热成像 + 烟雾传感器</a:t>
            </a:r>
            <a:br/>
            <a:r>
              <a:t>• 模型升级: YOLO12 / RT-DETR 更高精度</a:t>
            </a:r>
            <a:br/>
            <a:r>
              <a:t>• 5G传输: 边缘端5G模组实时推流</a:t>
            </a:r>
            <a:br/>
            <a:r>
              <a:t>• 联动控制: 自动触发喷淋/消防系统</a:t>
            </a:r>
            <a:br/>
            <a:r>
              <a:t>• 联邦学习: 多节点协同优化模型</a:t>
            </a:r>
            <a:br/>
            <a:r>
              <a:t>• 移动端: 微信小程序报警推送</a:t>
            </a:r>
            <a:br/>
            <a:r>
              <a:t>• 分布式部署: 支持多区域多级级联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▸ 技术收获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2743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43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边缘AI部署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YOLO模型训练 → ONNX导出 → RKNN转换 → NPU推理流水线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4297680"/>
            <a:ext cx="2743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4343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异构系统集成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663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Flask(Jinja2) ↔ PHP(CI3) 通过HTTP+JWT实现API桥接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297680"/>
            <a:ext cx="2743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343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GIS可视化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663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高德地图AMap JSAPI 2.0 WebGL 3D标记与弹窗交互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4297680"/>
            <a:ext cx="2743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4343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数据一致性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663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跨Flask/PHP/MySQL三层的数据完整性与事务保障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欢迎提问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视频AI智能识别及预警管理信息系统 · FlameDetection 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郭俊奇  12303070411    王永林  12303070414    段林川  12309040309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3776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指导老师：柳治谱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8640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2026年7月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7468</Words>
  <Application>WPS 演示</Application>
  <PresentationFormat>On-screen Show (4:3)</PresentationFormat>
  <Paragraphs>746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WPS_1695341240</cp:lastModifiedBy>
  <cp:revision>4</cp:revision>
  <dcterms:created xsi:type="dcterms:W3CDTF">2013-01-27T09:14:00Z</dcterms:created>
  <dcterms:modified xsi:type="dcterms:W3CDTF">2026-07-08T13:10:21Z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4DEB98537E3E4EFAB0DD55CEEA2788DB_12</vt:lpwstr>
  </property>
  <property fmtid="{D5CDD505-2E9C-101B-9397-08002B2CF9AE}" pid="3" name="KSOProductBuildVer">
    <vt:lpwstr>2052-12.1.0.26895</vt:lpwstr>
  </property>
</Properties>
</file>